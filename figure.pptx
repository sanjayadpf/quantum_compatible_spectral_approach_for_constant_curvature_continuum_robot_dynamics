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A94E-45F6-0A17-2121-672749379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8307A-1D0D-E715-92C8-046634ECB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D4B64-25FC-B9BD-CB16-DCAEF0E9C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35337-A94E-95A3-3E9E-D67C5A20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AE487-2797-41C3-1149-B3A74069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6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971B-AD81-E90D-FBC6-9A1E8EDA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4B548-1870-DAC0-985D-C58C984F3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ECA5-2FD3-C275-30B8-3CCC49E9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B322E-AA94-E814-0F4B-9443CF61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6948A-1E3F-7E93-9BBA-ABE36226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9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FE92-8FF0-941A-0C5E-5C661B61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93878-3D43-D84A-59E8-FD0BBCB1A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7BF1C-D69C-B878-0998-A45F3A5B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89DAB-6F40-9077-93FA-625A3FC6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6E9DB-3BCD-82D6-8C69-BDA98101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5189-A73A-0987-86B2-333EE46C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8E55-5B90-3D20-F246-E90132E9E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41AA8-5BDB-876D-989E-D8A4F791E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19261-B6C0-890C-EBCB-97515E5D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DA685-E50D-C9BA-1FC2-165C22DF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99BAB-2184-6682-D1E1-113E4286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3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3CF3-E1B4-FA54-B26E-97108ED7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48C62-9492-0B4E-C429-EA8E8584A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EAE5D-6517-F058-977D-390D622E2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2A6CC-3FD2-7E19-5C1E-3818936E3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3DC9F-636B-9AE1-7D8B-2B973B7B2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C6BA7D-5B48-BED9-CA21-84ACB49D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441357-F798-A951-73DF-04B2515F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6DBDE-89D8-9B1C-CBA8-573DDF7A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184A-3BE9-DABF-D0E5-4D907454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387FF-E745-48A8-9F11-28E8FF10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B4E3F-251C-C431-C9D0-F6A1BA07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CFA4F-9DB0-3523-5763-49EBCE40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9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BB3E5-4DE5-3CA4-C254-DF5B3A44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0C4F5-7284-D510-C769-7BC4D6CF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88C16-2763-DCC3-8592-28679966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09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78DB3-276D-A23E-CC01-5BD473B5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137D-B1EB-47C4-39EC-D8E2CE966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EC209-D806-1C11-E7FF-F2AD9E6C4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C2915-A4AB-0EE3-1CCE-5ED12EE48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BB203-ED91-3F75-C824-61D61F17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CD80C-15D2-A5AE-E73E-CC299582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5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06BD-DD8D-E105-75CA-B655DB3B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8E8C6-759B-50F3-BCD3-75B93BF48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E872E-957E-FBFC-590E-E177AE854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7D5DB-6559-7DB9-751C-6C91D0FE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E0B0A-77DB-8140-3D41-1998422F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4D244-AF87-3F6F-A745-0A413F58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4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AEAD-1447-F48F-A96C-6CA7584B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C38E7-A5FA-015F-82CA-13AEC207D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4CC53-F8FD-3839-8926-5EA6434E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DEEF4-FA4C-FA1B-ECDE-402CEEE4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AE57A-B2E7-12A6-8200-3D75295A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AFB544-97BE-3004-3460-45EA0E9D7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E3015-749E-F52C-3DE2-CE62A8F0B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B8DA0-D00D-B5AA-0A50-C62D75F9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51253-673C-45F2-C9FE-6383F8F6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DBFB3-1CFD-0E3C-A4B6-747F1173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6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734630-3FF7-8AF6-4591-5E724229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8FF3C-813D-6B76-81C4-523DEA21B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BA701-0140-4EE7-5139-2FD1A664C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8FEEA-976C-4291-92AC-C584E759F2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E5225-014D-735D-8B55-9C3A3BACA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714F5-9940-2C1E-7738-628E4AB3B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7F6F7-1302-4FAA-AA9B-FC424BF69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6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5BED406-AC94-EE0D-F2F9-B66726895791}"/>
              </a:ext>
            </a:extLst>
          </p:cNvPr>
          <p:cNvSpPr/>
          <p:nvPr/>
        </p:nvSpPr>
        <p:spPr>
          <a:xfrm>
            <a:off x="2459490" y="1159348"/>
            <a:ext cx="2953265" cy="360817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diagram of a curved object&#10;&#10;Description automatically generated">
            <a:extLst>
              <a:ext uri="{FF2B5EF4-FFF2-40B4-BE49-F238E27FC236}">
                <a16:creationId xmlns:a16="http://schemas.microsoft.com/office/drawing/2014/main" id="{F747D8B7-C49F-7FBD-9E0D-D7531CFCF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04" b="6827"/>
          <a:stretch/>
        </p:blipFill>
        <p:spPr>
          <a:xfrm>
            <a:off x="5412755" y="1159348"/>
            <a:ext cx="3899784" cy="37926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94F562-2F6A-9DC9-695C-0FB7F54684C0}"/>
              </a:ext>
            </a:extLst>
          </p:cNvPr>
          <p:cNvSpPr/>
          <p:nvPr/>
        </p:nvSpPr>
        <p:spPr>
          <a:xfrm rot="2745200">
            <a:off x="3638569" y="1935340"/>
            <a:ext cx="222421" cy="926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3CF70-F721-9116-E48C-BC31F1CEE76A}"/>
              </a:ext>
            </a:extLst>
          </p:cNvPr>
          <p:cNvSpPr/>
          <p:nvPr/>
        </p:nvSpPr>
        <p:spPr>
          <a:xfrm rot="1821940">
            <a:off x="3031833" y="2723258"/>
            <a:ext cx="222421" cy="926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895E16-9357-5D26-ADAA-2EF9B2BA639C}"/>
              </a:ext>
            </a:extLst>
          </p:cNvPr>
          <p:cNvSpPr/>
          <p:nvPr/>
        </p:nvSpPr>
        <p:spPr>
          <a:xfrm rot="460798">
            <a:off x="2701633" y="3649555"/>
            <a:ext cx="222421" cy="926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11A6D2-E36F-ED68-FF66-0424D75B8C61}"/>
              </a:ext>
            </a:extLst>
          </p:cNvPr>
          <p:cNvSpPr/>
          <p:nvPr/>
        </p:nvSpPr>
        <p:spPr>
          <a:xfrm rot="3971327">
            <a:off x="4467165" y="1325072"/>
            <a:ext cx="222421" cy="926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861AF31-99E0-95B4-3B19-9A4808E3EF62}"/>
              </a:ext>
            </a:extLst>
          </p:cNvPr>
          <p:cNvSpPr/>
          <p:nvPr/>
        </p:nvSpPr>
        <p:spPr>
          <a:xfrm rot="12778138">
            <a:off x="3076391" y="1399543"/>
            <a:ext cx="2525940" cy="4389689"/>
          </a:xfrm>
          <a:prstGeom prst="arc">
            <a:avLst>
              <a:gd name="adj1" fmla="val 17732692"/>
              <a:gd name="adj2" fmla="val 4451348"/>
            </a:avLst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265893-2D38-CB94-6BB5-3BA315DE337E}"/>
              </a:ext>
            </a:extLst>
          </p:cNvPr>
          <p:cNvSpPr txBox="1"/>
          <p:nvPr/>
        </p:nvSpPr>
        <p:spPr>
          <a:xfrm>
            <a:off x="1807434" y="1499628"/>
            <a:ext cx="681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908676-CB5E-317D-834E-1037D6629E1E}"/>
              </a:ext>
            </a:extLst>
          </p:cNvPr>
          <p:cNvCxnSpPr>
            <a:cxnSpLocks/>
            <a:stCxn id="8" idx="2"/>
          </p:cNvCxnSpPr>
          <p:nvPr/>
        </p:nvCxnSpPr>
        <p:spPr>
          <a:xfrm flipV="1">
            <a:off x="2750918" y="2963434"/>
            <a:ext cx="0" cy="16087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351319-9341-3DF2-9BB2-A2689CEC9A1B}"/>
              </a:ext>
            </a:extLst>
          </p:cNvPr>
          <p:cNvCxnSpPr>
            <a:cxnSpLocks/>
          </p:cNvCxnSpPr>
          <p:nvPr/>
        </p:nvCxnSpPr>
        <p:spPr>
          <a:xfrm>
            <a:off x="2755222" y="4572156"/>
            <a:ext cx="143604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949AB3-2CEA-C171-4540-7E7B44D8D55D}"/>
              </a:ext>
            </a:extLst>
          </p:cNvPr>
          <p:cNvSpPr txBox="1"/>
          <p:nvPr/>
        </p:nvSpPr>
        <p:spPr>
          <a:xfrm>
            <a:off x="2464995" y="2568296"/>
            <a:ext cx="681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D1FA6-E320-D888-A675-4DA9B2A795A9}"/>
              </a:ext>
            </a:extLst>
          </p:cNvPr>
          <p:cNvSpPr txBox="1"/>
          <p:nvPr/>
        </p:nvSpPr>
        <p:spPr>
          <a:xfrm>
            <a:off x="4216294" y="4279275"/>
            <a:ext cx="681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E3476-D419-3B24-EA71-97D5041CDE6F}"/>
              </a:ext>
            </a:extLst>
          </p:cNvPr>
          <p:cNvSpPr txBox="1"/>
          <p:nvPr/>
        </p:nvSpPr>
        <p:spPr>
          <a:xfrm>
            <a:off x="4359038" y="2354181"/>
            <a:ext cx="681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B1A8CAF4-B79D-2944-54DF-51E20C5D4803}"/>
              </a:ext>
            </a:extLst>
          </p:cNvPr>
          <p:cNvCxnSpPr/>
          <p:nvPr/>
        </p:nvCxnSpPr>
        <p:spPr>
          <a:xfrm rot="16200000" flipH="1">
            <a:off x="3917956" y="1928816"/>
            <a:ext cx="604226" cy="417120"/>
          </a:xfrm>
          <a:prstGeom prst="curvedConnector3">
            <a:avLst>
              <a:gd name="adj1" fmla="val -1953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A491B7A-B350-469F-F15E-AC07DFAB69D7}"/>
              </a:ext>
            </a:extLst>
          </p:cNvPr>
          <p:cNvSpPr txBox="1"/>
          <p:nvPr/>
        </p:nvSpPr>
        <p:spPr>
          <a:xfrm>
            <a:off x="3724444" y="3398463"/>
            <a:ext cx="143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n=1,2,..,N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A7E613-CBB3-45F4-BA05-72AC3C24F0E9}"/>
              </a:ext>
            </a:extLst>
          </p:cNvPr>
          <p:cNvSpPr txBox="1"/>
          <p:nvPr/>
        </p:nvSpPr>
        <p:spPr>
          <a:xfrm>
            <a:off x="4723174" y="1807529"/>
            <a:ext cx="143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052F4F-3FA4-B9D2-FC18-18D518357E1F}"/>
              </a:ext>
            </a:extLst>
          </p:cNvPr>
          <p:cNvSpPr txBox="1"/>
          <p:nvPr/>
        </p:nvSpPr>
        <p:spPr>
          <a:xfrm>
            <a:off x="2984983" y="4069577"/>
            <a:ext cx="143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n=1</a:t>
            </a:r>
          </a:p>
        </p:txBody>
      </p:sp>
    </p:spTree>
    <p:extLst>
      <p:ext uri="{BB962C8B-B14F-4D97-AF65-F5344CB8AC3E}">
        <p14:creationId xmlns:p14="http://schemas.microsoft.com/office/powerpoint/2010/main" val="132393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Sanjaya Mallikarachchi</dc:creator>
  <cp:lastModifiedBy>Sanjaya Mallikarachchi</cp:lastModifiedBy>
  <cp:revision>2</cp:revision>
  <dcterms:created xsi:type="dcterms:W3CDTF">2025-11-03T20:17:03Z</dcterms:created>
  <dcterms:modified xsi:type="dcterms:W3CDTF">2025-11-04T02:30:09Z</dcterms:modified>
</cp:coreProperties>
</file>